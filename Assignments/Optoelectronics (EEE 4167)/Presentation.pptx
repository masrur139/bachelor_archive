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2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66F9D3-2D46-4D3D-B6A7-B95549CE3398}" type="doc">
      <dgm:prSet loTypeId="urn:microsoft.com/office/officeart/2005/8/layout/list1" loCatId="list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3F57CA18-A835-45A3-9A92-B1828CD7885F}">
      <dgm:prSet phldrT="[Text]" custT="1"/>
      <dgm:spPr/>
      <dgm:t>
        <a:bodyPr/>
        <a:lstStyle/>
        <a:p>
          <a:pPr>
            <a:buNone/>
          </a:pPr>
          <a:r>
            <a:rPr lang="en-US" sz="2400" b="1" dirty="0"/>
            <a:t>Introduction to Electroluminescence</a:t>
          </a:r>
          <a:endParaRPr lang="en-US" sz="2400" dirty="0"/>
        </a:p>
      </dgm:t>
    </dgm:pt>
    <dgm:pt modelId="{5498EA63-BDB9-4253-803B-1F6FB8991D79}" type="parTrans" cxnId="{3B1C385D-0358-4B05-BE06-137E6F1EA6B2}">
      <dgm:prSet/>
      <dgm:spPr/>
      <dgm:t>
        <a:bodyPr/>
        <a:lstStyle/>
        <a:p>
          <a:endParaRPr lang="en-US"/>
        </a:p>
      </dgm:t>
    </dgm:pt>
    <dgm:pt modelId="{613CE9CE-6674-4EB0-864C-7BC7857BBAAB}" type="sibTrans" cxnId="{3B1C385D-0358-4B05-BE06-137E6F1EA6B2}">
      <dgm:prSet/>
      <dgm:spPr/>
      <dgm:t>
        <a:bodyPr/>
        <a:lstStyle/>
        <a:p>
          <a:endParaRPr lang="en-US"/>
        </a:p>
      </dgm:t>
    </dgm:pt>
    <dgm:pt modelId="{4F4702EB-CE6B-4893-B216-0F308E9A84A9}" type="pres">
      <dgm:prSet presAssocID="{2A66F9D3-2D46-4D3D-B6A7-B95549CE3398}" presName="linear" presStyleCnt="0">
        <dgm:presLayoutVars>
          <dgm:dir/>
          <dgm:animLvl val="lvl"/>
          <dgm:resizeHandles val="exact"/>
        </dgm:presLayoutVars>
      </dgm:prSet>
      <dgm:spPr/>
    </dgm:pt>
    <dgm:pt modelId="{AB7855B3-95E7-472B-9E6B-F82AC95F2562}" type="pres">
      <dgm:prSet presAssocID="{3F57CA18-A835-45A3-9A92-B1828CD7885F}" presName="parentLin" presStyleCnt="0"/>
      <dgm:spPr/>
    </dgm:pt>
    <dgm:pt modelId="{5887EABD-C4C1-4AEA-8930-9FDA6BA5728D}" type="pres">
      <dgm:prSet presAssocID="{3F57CA18-A835-45A3-9A92-B1828CD7885F}" presName="parentLeftMargin" presStyleLbl="node1" presStyleIdx="0" presStyleCnt="1"/>
      <dgm:spPr/>
    </dgm:pt>
    <dgm:pt modelId="{A0B95F65-A9DB-417E-AF8C-4F9EC4509201}" type="pres">
      <dgm:prSet presAssocID="{3F57CA18-A835-45A3-9A92-B1828CD7885F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1D0808E4-9879-4E83-87F9-FD3E53468D55}" type="pres">
      <dgm:prSet presAssocID="{3F57CA18-A835-45A3-9A92-B1828CD7885F}" presName="negativeSpace" presStyleCnt="0"/>
      <dgm:spPr/>
    </dgm:pt>
    <dgm:pt modelId="{DCD86421-8B94-48C5-A36C-75A2895851E9}" type="pres">
      <dgm:prSet presAssocID="{3F57CA18-A835-45A3-9A92-B1828CD7885F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3B1C385D-0358-4B05-BE06-137E6F1EA6B2}" srcId="{2A66F9D3-2D46-4D3D-B6A7-B95549CE3398}" destId="{3F57CA18-A835-45A3-9A92-B1828CD7885F}" srcOrd="0" destOrd="0" parTransId="{5498EA63-BDB9-4253-803B-1F6FB8991D79}" sibTransId="{613CE9CE-6674-4EB0-864C-7BC7857BBAAB}"/>
    <dgm:cxn modelId="{7CCF2E52-A509-45DF-990C-B5361301B404}" type="presOf" srcId="{3F57CA18-A835-45A3-9A92-B1828CD7885F}" destId="{5887EABD-C4C1-4AEA-8930-9FDA6BA5728D}" srcOrd="0" destOrd="0" presId="urn:microsoft.com/office/officeart/2005/8/layout/list1"/>
    <dgm:cxn modelId="{BC850CBD-64F7-49DA-8F67-C84FC206B6A9}" type="presOf" srcId="{2A66F9D3-2D46-4D3D-B6A7-B95549CE3398}" destId="{4F4702EB-CE6B-4893-B216-0F308E9A84A9}" srcOrd="0" destOrd="0" presId="urn:microsoft.com/office/officeart/2005/8/layout/list1"/>
    <dgm:cxn modelId="{A48070E1-A4D0-47F6-BA45-60FB425C799F}" type="presOf" srcId="{3F57CA18-A835-45A3-9A92-B1828CD7885F}" destId="{A0B95F65-A9DB-417E-AF8C-4F9EC4509201}" srcOrd="1" destOrd="0" presId="urn:microsoft.com/office/officeart/2005/8/layout/list1"/>
    <dgm:cxn modelId="{A9B7A732-AC87-43CF-BD74-EC535CB46506}" type="presParOf" srcId="{4F4702EB-CE6B-4893-B216-0F308E9A84A9}" destId="{AB7855B3-95E7-472B-9E6B-F82AC95F2562}" srcOrd="0" destOrd="0" presId="urn:microsoft.com/office/officeart/2005/8/layout/list1"/>
    <dgm:cxn modelId="{FFEB1E5B-A4F5-4E25-8C26-0AD039FF2E94}" type="presParOf" srcId="{AB7855B3-95E7-472B-9E6B-F82AC95F2562}" destId="{5887EABD-C4C1-4AEA-8930-9FDA6BA5728D}" srcOrd="0" destOrd="0" presId="urn:microsoft.com/office/officeart/2005/8/layout/list1"/>
    <dgm:cxn modelId="{5C51CBE4-68E9-412B-B165-A755A9AEE742}" type="presParOf" srcId="{AB7855B3-95E7-472B-9E6B-F82AC95F2562}" destId="{A0B95F65-A9DB-417E-AF8C-4F9EC4509201}" srcOrd="1" destOrd="0" presId="urn:microsoft.com/office/officeart/2005/8/layout/list1"/>
    <dgm:cxn modelId="{4B6A25EC-460A-487C-B108-97DA04417340}" type="presParOf" srcId="{4F4702EB-CE6B-4893-B216-0F308E9A84A9}" destId="{1D0808E4-9879-4E83-87F9-FD3E53468D55}" srcOrd="1" destOrd="0" presId="urn:microsoft.com/office/officeart/2005/8/layout/list1"/>
    <dgm:cxn modelId="{65B22CDD-72C7-4E1B-90EF-54B42063AD21}" type="presParOf" srcId="{4F4702EB-CE6B-4893-B216-0F308E9A84A9}" destId="{DCD86421-8B94-48C5-A36C-75A2895851E9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A66F9D3-2D46-4D3D-B6A7-B95549CE3398}" type="doc">
      <dgm:prSet loTypeId="urn:microsoft.com/office/officeart/2005/8/layout/list1" loCatId="list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04E7410C-B082-47EC-A170-DE802448BFA8}">
      <dgm:prSet custT="1"/>
      <dgm:spPr/>
      <dgm:t>
        <a:bodyPr/>
        <a:lstStyle/>
        <a:p>
          <a:pPr>
            <a:buNone/>
          </a:pPr>
          <a:r>
            <a:rPr lang="en-US" sz="2400" dirty="0" err="1"/>
            <a:t>Historical Development</a:t>
          </a:r>
        </a:p>
      </dgm:t>
    </dgm:pt>
    <dgm:pt modelId="{E1DFD007-1041-4EB9-BEA1-B0B208A70B8E}" type="parTrans" cxnId="{45E79587-32C0-48B3-8B8D-12CAE0D6F90A}">
      <dgm:prSet/>
      <dgm:spPr/>
      <dgm:t>
        <a:bodyPr/>
        <a:lstStyle/>
        <a:p>
          <a:endParaRPr lang="en-US"/>
        </a:p>
      </dgm:t>
    </dgm:pt>
    <dgm:pt modelId="{17A8405A-8685-47D4-A8B3-A68FBDED5BC0}" type="sibTrans" cxnId="{45E79587-32C0-48B3-8B8D-12CAE0D6F90A}">
      <dgm:prSet/>
      <dgm:spPr/>
      <dgm:t>
        <a:bodyPr/>
        <a:lstStyle/>
        <a:p>
          <a:endParaRPr lang="en-US"/>
        </a:p>
      </dgm:t>
    </dgm:pt>
    <dgm:pt modelId="{4F4702EB-CE6B-4893-B216-0F308E9A84A9}" type="pres">
      <dgm:prSet presAssocID="{2A66F9D3-2D46-4D3D-B6A7-B95549CE3398}" presName="linear" presStyleCnt="0">
        <dgm:presLayoutVars>
          <dgm:dir/>
          <dgm:animLvl val="lvl"/>
          <dgm:resizeHandles val="exact"/>
        </dgm:presLayoutVars>
      </dgm:prSet>
      <dgm:spPr/>
    </dgm:pt>
    <dgm:pt modelId="{EE9FC3C8-57B7-4ADD-9525-7560FDA6C91B}" type="pres">
      <dgm:prSet presAssocID="{04E7410C-B082-47EC-A170-DE802448BFA8}" presName="parentLin" presStyleCnt="0"/>
      <dgm:spPr/>
    </dgm:pt>
    <dgm:pt modelId="{4031A5ED-C17A-43C0-8971-0718CF08C618}" type="pres">
      <dgm:prSet presAssocID="{04E7410C-B082-47EC-A170-DE802448BFA8}" presName="parentLeftMargin" presStyleLbl="node1" presStyleIdx="0" presStyleCnt="1"/>
      <dgm:spPr/>
    </dgm:pt>
    <dgm:pt modelId="{5E6D435C-8485-42A1-A534-EFED6EB107FA}" type="pres">
      <dgm:prSet presAssocID="{04E7410C-B082-47EC-A170-DE802448BFA8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BC9C4768-911E-4EA1-BDB6-B3E82F7C13A5}" type="pres">
      <dgm:prSet presAssocID="{04E7410C-B082-47EC-A170-DE802448BFA8}" presName="negativeSpace" presStyleCnt="0"/>
      <dgm:spPr/>
    </dgm:pt>
    <dgm:pt modelId="{B76A6E4F-202D-451F-AD21-F54006F5B073}" type="pres">
      <dgm:prSet presAssocID="{04E7410C-B082-47EC-A170-DE802448BFA8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CD661439-84FC-440C-B6DC-1EF200F3EADD}" type="presOf" srcId="{04E7410C-B082-47EC-A170-DE802448BFA8}" destId="{5E6D435C-8485-42A1-A534-EFED6EB107FA}" srcOrd="1" destOrd="0" presId="urn:microsoft.com/office/officeart/2005/8/layout/list1"/>
    <dgm:cxn modelId="{A594C63E-C048-4666-A478-239CF1D536B3}" type="presOf" srcId="{04E7410C-B082-47EC-A170-DE802448BFA8}" destId="{4031A5ED-C17A-43C0-8971-0718CF08C618}" srcOrd="0" destOrd="0" presId="urn:microsoft.com/office/officeart/2005/8/layout/list1"/>
    <dgm:cxn modelId="{45E79587-32C0-48B3-8B8D-12CAE0D6F90A}" srcId="{2A66F9D3-2D46-4D3D-B6A7-B95549CE3398}" destId="{04E7410C-B082-47EC-A170-DE802448BFA8}" srcOrd="0" destOrd="0" parTransId="{E1DFD007-1041-4EB9-BEA1-B0B208A70B8E}" sibTransId="{17A8405A-8685-47D4-A8B3-A68FBDED5BC0}"/>
    <dgm:cxn modelId="{BC850CBD-64F7-49DA-8F67-C84FC206B6A9}" type="presOf" srcId="{2A66F9D3-2D46-4D3D-B6A7-B95549CE3398}" destId="{4F4702EB-CE6B-4893-B216-0F308E9A84A9}" srcOrd="0" destOrd="0" presId="urn:microsoft.com/office/officeart/2005/8/layout/list1"/>
    <dgm:cxn modelId="{6AF60E3D-19C7-4E31-9EC6-9817236FF0BF}" type="presParOf" srcId="{4F4702EB-CE6B-4893-B216-0F308E9A84A9}" destId="{EE9FC3C8-57B7-4ADD-9525-7560FDA6C91B}" srcOrd="0" destOrd="0" presId="urn:microsoft.com/office/officeart/2005/8/layout/list1"/>
    <dgm:cxn modelId="{77B7C795-97E2-403D-B7F7-37ED5555FCD8}" type="presParOf" srcId="{EE9FC3C8-57B7-4ADD-9525-7560FDA6C91B}" destId="{4031A5ED-C17A-43C0-8971-0718CF08C618}" srcOrd="0" destOrd="0" presId="urn:microsoft.com/office/officeart/2005/8/layout/list1"/>
    <dgm:cxn modelId="{967B9843-BD9A-4DDA-B478-CF243C060DB4}" type="presParOf" srcId="{EE9FC3C8-57B7-4ADD-9525-7560FDA6C91B}" destId="{5E6D435C-8485-42A1-A534-EFED6EB107FA}" srcOrd="1" destOrd="0" presId="urn:microsoft.com/office/officeart/2005/8/layout/list1"/>
    <dgm:cxn modelId="{20E0C86D-E7C7-467B-90C1-91C0BA91177A}" type="presParOf" srcId="{4F4702EB-CE6B-4893-B216-0F308E9A84A9}" destId="{BC9C4768-911E-4EA1-BDB6-B3E82F7C13A5}" srcOrd="1" destOrd="0" presId="urn:microsoft.com/office/officeart/2005/8/layout/list1"/>
    <dgm:cxn modelId="{BD4F87C1-B10E-4D58-8C21-2206C13C0CB6}" type="presParOf" srcId="{4F4702EB-CE6B-4893-B216-0F308E9A84A9}" destId="{B76A6E4F-202D-451F-AD21-F54006F5B073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A66F9D3-2D46-4D3D-B6A7-B95549CE3398}" type="doc">
      <dgm:prSet loTypeId="urn:microsoft.com/office/officeart/2005/8/layout/list1" loCatId="list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3F57CA18-A835-45A3-9A92-B1828CD7885F}">
      <dgm:prSet phldrT="[Text]" custT="1"/>
      <dgm:spPr/>
      <dgm:t>
        <a:bodyPr/>
        <a:lstStyle/>
        <a:p>
          <a:r>
            <a:rPr lang="en-US" sz="2400" b="1" dirty="0"/>
            <a:t>Mechanisms of Electroluminescence</a:t>
          </a:r>
        </a:p>
      </dgm:t>
    </dgm:pt>
    <dgm:pt modelId="{5498EA63-BDB9-4253-803B-1F6FB8991D79}" type="parTrans" cxnId="{3B1C385D-0358-4B05-BE06-137E6F1EA6B2}">
      <dgm:prSet/>
      <dgm:spPr/>
      <dgm:t>
        <a:bodyPr/>
        <a:lstStyle/>
        <a:p>
          <a:endParaRPr lang="en-US"/>
        </a:p>
      </dgm:t>
    </dgm:pt>
    <dgm:pt modelId="{613CE9CE-6674-4EB0-864C-7BC7857BBAAB}" type="sibTrans" cxnId="{3B1C385D-0358-4B05-BE06-137E6F1EA6B2}">
      <dgm:prSet/>
      <dgm:spPr/>
      <dgm:t>
        <a:bodyPr/>
        <a:lstStyle/>
        <a:p>
          <a:endParaRPr lang="en-US"/>
        </a:p>
      </dgm:t>
    </dgm:pt>
    <dgm:pt modelId="{4F4702EB-CE6B-4893-B216-0F308E9A84A9}" type="pres">
      <dgm:prSet presAssocID="{2A66F9D3-2D46-4D3D-B6A7-B95549CE3398}" presName="linear" presStyleCnt="0">
        <dgm:presLayoutVars>
          <dgm:dir/>
          <dgm:animLvl val="lvl"/>
          <dgm:resizeHandles val="exact"/>
        </dgm:presLayoutVars>
      </dgm:prSet>
      <dgm:spPr/>
    </dgm:pt>
    <dgm:pt modelId="{AB7855B3-95E7-472B-9E6B-F82AC95F2562}" type="pres">
      <dgm:prSet presAssocID="{3F57CA18-A835-45A3-9A92-B1828CD7885F}" presName="parentLin" presStyleCnt="0"/>
      <dgm:spPr/>
    </dgm:pt>
    <dgm:pt modelId="{5887EABD-C4C1-4AEA-8930-9FDA6BA5728D}" type="pres">
      <dgm:prSet presAssocID="{3F57CA18-A835-45A3-9A92-B1828CD7885F}" presName="parentLeftMargin" presStyleLbl="node1" presStyleIdx="0" presStyleCnt="1"/>
      <dgm:spPr/>
    </dgm:pt>
    <dgm:pt modelId="{A0B95F65-A9DB-417E-AF8C-4F9EC4509201}" type="pres">
      <dgm:prSet presAssocID="{3F57CA18-A835-45A3-9A92-B1828CD7885F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1D0808E4-9879-4E83-87F9-FD3E53468D55}" type="pres">
      <dgm:prSet presAssocID="{3F57CA18-A835-45A3-9A92-B1828CD7885F}" presName="negativeSpace" presStyleCnt="0"/>
      <dgm:spPr/>
    </dgm:pt>
    <dgm:pt modelId="{DCD86421-8B94-48C5-A36C-75A2895851E9}" type="pres">
      <dgm:prSet presAssocID="{3F57CA18-A835-45A3-9A92-B1828CD7885F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3B1C385D-0358-4B05-BE06-137E6F1EA6B2}" srcId="{2A66F9D3-2D46-4D3D-B6A7-B95549CE3398}" destId="{3F57CA18-A835-45A3-9A92-B1828CD7885F}" srcOrd="0" destOrd="0" parTransId="{5498EA63-BDB9-4253-803B-1F6FB8991D79}" sibTransId="{613CE9CE-6674-4EB0-864C-7BC7857BBAAB}"/>
    <dgm:cxn modelId="{7CCF2E52-A509-45DF-990C-B5361301B404}" type="presOf" srcId="{3F57CA18-A835-45A3-9A92-B1828CD7885F}" destId="{5887EABD-C4C1-4AEA-8930-9FDA6BA5728D}" srcOrd="0" destOrd="0" presId="urn:microsoft.com/office/officeart/2005/8/layout/list1"/>
    <dgm:cxn modelId="{BC850CBD-64F7-49DA-8F67-C84FC206B6A9}" type="presOf" srcId="{2A66F9D3-2D46-4D3D-B6A7-B95549CE3398}" destId="{4F4702EB-CE6B-4893-B216-0F308E9A84A9}" srcOrd="0" destOrd="0" presId="urn:microsoft.com/office/officeart/2005/8/layout/list1"/>
    <dgm:cxn modelId="{A48070E1-A4D0-47F6-BA45-60FB425C799F}" type="presOf" srcId="{3F57CA18-A835-45A3-9A92-B1828CD7885F}" destId="{A0B95F65-A9DB-417E-AF8C-4F9EC4509201}" srcOrd="1" destOrd="0" presId="urn:microsoft.com/office/officeart/2005/8/layout/list1"/>
    <dgm:cxn modelId="{A9B7A732-AC87-43CF-BD74-EC535CB46506}" type="presParOf" srcId="{4F4702EB-CE6B-4893-B216-0F308E9A84A9}" destId="{AB7855B3-95E7-472B-9E6B-F82AC95F2562}" srcOrd="0" destOrd="0" presId="urn:microsoft.com/office/officeart/2005/8/layout/list1"/>
    <dgm:cxn modelId="{FFEB1E5B-A4F5-4E25-8C26-0AD039FF2E94}" type="presParOf" srcId="{AB7855B3-95E7-472B-9E6B-F82AC95F2562}" destId="{5887EABD-C4C1-4AEA-8930-9FDA6BA5728D}" srcOrd="0" destOrd="0" presId="urn:microsoft.com/office/officeart/2005/8/layout/list1"/>
    <dgm:cxn modelId="{5C51CBE4-68E9-412B-B165-A755A9AEE742}" type="presParOf" srcId="{AB7855B3-95E7-472B-9E6B-F82AC95F2562}" destId="{A0B95F65-A9DB-417E-AF8C-4F9EC4509201}" srcOrd="1" destOrd="0" presId="urn:microsoft.com/office/officeart/2005/8/layout/list1"/>
    <dgm:cxn modelId="{4B6A25EC-460A-487C-B108-97DA04417340}" type="presParOf" srcId="{4F4702EB-CE6B-4893-B216-0F308E9A84A9}" destId="{1D0808E4-9879-4E83-87F9-FD3E53468D55}" srcOrd="1" destOrd="0" presId="urn:microsoft.com/office/officeart/2005/8/layout/list1"/>
    <dgm:cxn modelId="{65B22CDD-72C7-4E1B-90EF-54B42063AD21}" type="presParOf" srcId="{4F4702EB-CE6B-4893-B216-0F308E9A84A9}" destId="{DCD86421-8B94-48C5-A36C-75A2895851E9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89DE180-09B7-4029-AF24-8F61EC337F39}" type="doc">
      <dgm:prSet loTypeId="urn:microsoft.com/office/officeart/2011/layout/TabList" loCatId="list" qsTypeId="urn:microsoft.com/office/officeart/2005/8/quickstyle/simple1" qsCatId="simple" csTypeId="urn:microsoft.com/office/officeart/2005/8/colors/accent2_3" csCatId="accent2" phldr="1"/>
      <dgm:spPr/>
      <dgm:t>
        <a:bodyPr/>
        <a:lstStyle/>
        <a:p>
          <a:endParaRPr lang="en-US"/>
        </a:p>
      </dgm:t>
    </dgm:pt>
    <dgm:pt modelId="{2C8212C6-3B36-40DA-8C45-2B00C393D7F8}">
      <dgm:prSet phldrT="[Text]"/>
      <dgm:spPr/>
      <dgm:t>
        <a:bodyPr/>
        <a:lstStyle/>
        <a:p>
          <a:pPr>
            <a:buAutoNum type="arabicPeriod"/>
          </a:pPr>
          <a:r>
            <a:rPr lang="en-US" b="1" dirty="0"/>
            <a:t>Pure/Intrinsic Mechanism</a:t>
          </a:r>
          <a:endParaRPr lang="en-US" dirty="0"/>
        </a:p>
      </dgm:t>
    </dgm:pt>
    <dgm:pt modelId="{DCFDFB5F-DD0E-40CB-8FEA-12F92F829ECE}" type="parTrans" cxnId="{08162D68-0369-409D-9745-FCD64A895DD1}">
      <dgm:prSet/>
      <dgm:spPr/>
      <dgm:t>
        <a:bodyPr/>
        <a:lstStyle/>
        <a:p>
          <a:endParaRPr lang="en-US"/>
        </a:p>
      </dgm:t>
    </dgm:pt>
    <dgm:pt modelId="{6DF2D6DF-63E1-4A5E-9529-7D27B6762ED9}" type="sibTrans" cxnId="{08162D68-0369-409D-9745-FCD64A895DD1}">
      <dgm:prSet/>
      <dgm:spPr/>
      <dgm:t>
        <a:bodyPr/>
        <a:lstStyle/>
        <a:p>
          <a:endParaRPr lang="en-US"/>
        </a:p>
      </dgm:t>
    </dgm:pt>
    <dgm:pt modelId="{5C62D83D-558F-42E0-8CFE-35AF58EA0D9E}" type="pres">
      <dgm:prSet presAssocID="{B89DE180-09B7-4029-AF24-8F61EC337F39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867BBF93-C665-40EC-86C8-81C220542F8C}" type="pres">
      <dgm:prSet presAssocID="{2C8212C6-3B36-40DA-8C45-2B00C393D7F8}" presName="composite" presStyleCnt="0"/>
      <dgm:spPr/>
    </dgm:pt>
    <dgm:pt modelId="{00867BB9-1EC5-4891-A53A-C7649EE9B6BD}" type="pres">
      <dgm:prSet presAssocID="{2C8212C6-3B36-40DA-8C45-2B00C393D7F8}" presName="FirstChild" presStyleLbl="revTx" presStyleIdx="0" presStyleCnt="1">
        <dgm:presLayoutVars>
          <dgm:chMax val="0"/>
          <dgm:chPref val="0"/>
          <dgm:bulletEnabled val="1"/>
        </dgm:presLayoutVars>
      </dgm:prSet>
      <dgm:spPr/>
    </dgm:pt>
    <dgm:pt modelId="{5344920D-47CE-40B5-B969-282203D9BE0A}" type="pres">
      <dgm:prSet presAssocID="{2C8212C6-3B36-40DA-8C45-2B00C393D7F8}" presName="Parent" presStyleLbl="alignNode1" presStyleIdx="0" presStyleCnt="1" custScaleX="224296">
        <dgm:presLayoutVars>
          <dgm:chMax val="3"/>
          <dgm:chPref val="3"/>
          <dgm:bulletEnabled val="1"/>
        </dgm:presLayoutVars>
      </dgm:prSet>
      <dgm:spPr/>
    </dgm:pt>
    <dgm:pt modelId="{7F3B58BF-2EF6-45C3-9C2E-E1D402DB4CE0}" type="pres">
      <dgm:prSet presAssocID="{2C8212C6-3B36-40DA-8C45-2B00C393D7F8}" presName="Accent" presStyleLbl="parChTrans1D1" presStyleIdx="0" presStyleCnt="1"/>
      <dgm:spPr/>
    </dgm:pt>
  </dgm:ptLst>
  <dgm:cxnLst>
    <dgm:cxn modelId="{08162D68-0369-409D-9745-FCD64A895DD1}" srcId="{B89DE180-09B7-4029-AF24-8F61EC337F39}" destId="{2C8212C6-3B36-40DA-8C45-2B00C393D7F8}" srcOrd="0" destOrd="0" parTransId="{DCFDFB5F-DD0E-40CB-8FEA-12F92F829ECE}" sibTransId="{6DF2D6DF-63E1-4A5E-9529-7D27B6762ED9}"/>
    <dgm:cxn modelId="{FF29684A-C016-49EF-ACE7-2AB9ED14D269}" type="presOf" srcId="{B89DE180-09B7-4029-AF24-8F61EC337F39}" destId="{5C62D83D-558F-42E0-8CFE-35AF58EA0D9E}" srcOrd="0" destOrd="0" presId="urn:microsoft.com/office/officeart/2011/layout/TabList"/>
    <dgm:cxn modelId="{CB89FF97-F03B-4CFB-AD40-7B5DE9F1B2C0}" type="presOf" srcId="{2C8212C6-3B36-40DA-8C45-2B00C393D7F8}" destId="{5344920D-47CE-40B5-B969-282203D9BE0A}" srcOrd="0" destOrd="0" presId="urn:microsoft.com/office/officeart/2011/layout/TabList"/>
    <dgm:cxn modelId="{8B40935A-D732-49C0-9D9A-2CB206106272}" type="presParOf" srcId="{5C62D83D-558F-42E0-8CFE-35AF58EA0D9E}" destId="{867BBF93-C665-40EC-86C8-81C220542F8C}" srcOrd="0" destOrd="0" presId="urn:microsoft.com/office/officeart/2011/layout/TabList"/>
    <dgm:cxn modelId="{4894BC27-D392-4EEE-A710-1C858A81C52E}" type="presParOf" srcId="{867BBF93-C665-40EC-86C8-81C220542F8C}" destId="{00867BB9-1EC5-4891-A53A-C7649EE9B6BD}" srcOrd="0" destOrd="0" presId="urn:microsoft.com/office/officeart/2011/layout/TabList"/>
    <dgm:cxn modelId="{F760523B-76C9-4618-86AB-B1A63354214E}" type="presParOf" srcId="{867BBF93-C665-40EC-86C8-81C220542F8C}" destId="{5344920D-47CE-40B5-B969-282203D9BE0A}" srcOrd="1" destOrd="0" presId="urn:microsoft.com/office/officeart/2011/layout/TabList"/>
    <dgm:cxn modelId="{93821728-1E63-41A5-A397-074AC13EC935}" type="presParOf" srcId="{867BBF93-C665-40EC-86C8-81C220542F8C}" destId="{7F3B58BF-2EF6-45C3-9C2E-E1D402DB4CE0}" srcOrd="2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86F8DD6-DD10-4A44-9FC9-5EAEE723C184}" type="doc">
      <dgm:prSet loTypeId="urn:microsoft.com/office/officeart/2011/layout/TabList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212146E6-FF4A-4EC0-8086-FBC5E0044E43}">
      <dgm:prSet phldrT="[Text]" custT="1"/>
      <dgm:spPr/>
      <dgm:t>
        <a:bodyPr/>
        <a:lstStyle/>
        <a:p>
          <a:pPr>
            <a:buNone/>
          </a:pPr>
          <a:r>
            <a:rPr lang="en-US" sz="1900" b="1" dirty="0"/>
            <a:t>Charge Injection </a:t>
          </a:r>
          <a:r>
            <a:rPr lang="en-US" sz="2000" b="1" dirty="0"/>
            <a:t>Mechanism</a:t>
          </a:r>
          <a:endParaRPr lang="en-US" sz="2000" dirty="0"/>
        </a:p>
      </dgm:t>
    </dgm:pt>
    <dgm:pt modelId="{1A5F94A9-1966-4DD1-9779-ABE85C483FEB}" type="parTrans" cxnId="{DEA43D99-A385-4635-AB58-8C0014326772}">
      <dgm:prSet/>
      <dgm:spPr/>
      <dgm:t>
        <a:bodyPr/>
        <a:lstStyle/>
        <a:p>
          <a:endParaRPr lang="en-US"/>
        </a:p>
      </dgm:t>
    </dgm:pt>
    <dgm:pt modelId="{5CE7C4C7-3333-4501-8FD5-52EF5F8896F8}" type="sibTrans" cxnId="{DEA43D99-A385-4635-AB58-8C0014326772}">
      <dgm:prSet/>
      <dgm:spPr/>
      <dgm:t>
        <a:bodyPr/>
        <a:lstStyle/>
        <a:p>
          <a:endParaRPr lang="en-US"/>
        </a:p>
      </dgm:t>
    </dgm:pt>
    <dgm:pt modelId="{E58579A0-03DF-4D2A-9E98-7BB5F767FA92}" type="pres">
      <dgm:prSet presAssocID="{986F8DD6-DD10-4A44-9FC9-5EAEE723C184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027FBCD1-4A8F-40FA-8F9A-BDA569F4740D}" type="pres">
      <dgm:prSet presAssocID="{212146E6-FF4A-4EC0-8086-FBC5E0044E43}" presName="composite" presStyleCnt="0"/>
      <dgm:spPr/>
    </dgm:pt>
    <dgm:pt modelId="{E40B4E39-49E2-4956-A4C8-94ABC2ABBA3E}" type="pres">
      <dgm:prSet presAssocID="{212146E6-FF4A-4EC0-8086-FBC5E0044E43}" presName="FirstChild" presStyleLbl="revTx" presStyleIdx="0" presStyleCnt="1">
        <dgm:presLayoutVars>
          <dgm:chMax val="0"/>
          <dgm:chPref val="0"/>
          <dgm:bulletEnabled val="1"/>
        </dgm:presLayoutVars>
      </dgm:prSet>
      <dgm:spPr/>
    </dgm:pt>
    <dgm:pt modelId="{4CAEDE65-58D5-4030-9B8F-21526A9433C6}" type="pres">
      <dgm:prSet presAssocID="{212146E6-FF4A-4EC0-8086-FBC5E0044E43}" presName="Parent" presStyleLbl="alignNode1" presStyleIdx="0" presStyleCnt="1" custScaleX="215399" custScaleY="105784">
        <dgm:presLayoutVars>
          <dgm:chMax val="3"/>
          <dgm:chPref val="3"/>
          <dgm:bulletEnabled val="1"/>
        </dgm:presLayoutVars>
      </dgm:prSet>
      <dgm:spPr/>
    </dgm:pt>
    <dgm:pt modelId="{51415273-3876-42A1-BDF2-F3140C6FF814}" type="pres">
      <dgm:prSet presAssocID="{212146E6-FF4A-4EC0-8086-FBC5E0044E43}" presName="Accent" presStyleLbl="parChTrans1D1" presStyleIdx="0" presStyleCnt="1"/>
      <dgm:spPr/>
    </dgm:pt>
  </dgm:ptLst>
  <dgm:cxnLst>
    <dgm:cxn modelId="{55CEC960-EA5C-40EA-98C0-8506B1706801}" type="presOf" srcId="{212146E6-FF4A-4EC0-8086-FBC5E0044E43}" destId="{4CAEDE65-58D5-4030-9B8F-21526A9433C6}" srcOrd="0" destOrd="0" presId="urn:microsoft.com/office/officeart/2011/layout/TabList"/>
    <dgm:cxn modelId="{A0B42C54-A372-46B0-9972-0D0220474CCA}" type="presOf" srcId="{986F8DD6-DD10-4A44-9FC9-5EAEE723C184}" destId="{E58579A0-03DF-4D2A-9E98-7BB5F767FA92}" srcOrd="0" destOrd="0" presId="urn:microsoft.com/office/officeart/2011/layout/TabList"/>
    <dgm:cxn modelId="{DEA43D99-A385-4635-AB58-8C0014326772}" srcId="{986F8DD6-DD10-4A44-9FC9-5EAEE723C184}" destId="{212146E6-FF4A-4EC0-8086-FBC5E0044E43}" srcOrd="0" destOrd="0" parTransId="{1A5F94A9-1966-4DD1-9779-ABE85C483FEB}" sibTransId="{5CE7C4C7-3333-4501-8FD5-52EF5F8896F8}"/>
    <dgm:cxn modelId="{A296CCDC-A515-4FEE-92EE-4A307B5F0777}" type="presParOf" srcId="{E58579A0-03DF-4D2A-9E98-7BB5F767FA92}" destId="{027FBCD1-4A8F-40FA-8F9A-BDA569F4740D}" srcOrd="0" destOrd="0" presId="urn:microsoft.com/office/officeart/2011/layout/TabList"/>
    <dgm:cxn modelId="{86E7CD48-A988-47F2-A03E-9A800AA6F9A0}" type="presParOf" srcId="{027FBCD1-4A8F-40FA-8F9A-BDA569F4740D}" destId="{E40B4E39-49E2-4956-A4C8-94ABC2ABBA3E}" srcOrd="0" destOrd="0" presId="urn:microsoft.com/office/officeart/2011/layout/TabList"/>
    <dgm:cxn modelId="{6128E454-04DB-4E92-8023-F7FAC2F13580}" type="presParOf" srcId="{027FBCD1-4A8F-40FA-8F9A-BDA569F4740D}" destId="{4CAEDE65-58D5-4030-9B8F-21526A9433C6}" srcOrd="1" destOrd="0" presId="urn:microsoft.com/office/officeart/2011/layout/TabList"/>
    <dgm:cxn modelId="{38E68167-316A-4930-AEF7-26A4D40E1FC9}" type="presParOf" srcId="{027FBCD1-4A8F-40FA-8F9A-BDA569F4740D}" destId="{51415273-3876-42A1-BDF2-F3140C6FF814}" srcOrd="2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A66F9D3-2D46-4D3D-B6A7-B95549CE3398}" type="doc">
      <dgm:prSet loTypeId="urn:microsoft.com/office/officeart/2005/8/layout/list1" loCatId="list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3F57CA18-A835-45A3-9A92-B1828CD7885F}">
      <dgm:prSet phldrT="[Text]" custT="1"/>
      <dgm:spPr/>
      <dgm:t>
        <a:bodyPr/>
        <a:lstStyle/>
        <a:p>
          <a:r>
            <a:rPr lang="en-US" sz="2400" b="1" dirty="0"/>
            <a:t>Origin of Light Emission</a:t>
          </a:r>
          <a:endParaRPr lang="en-US" sz="2400" dirty="0"/>
        </a:p>
      </dgm:t>
    </dgm:pt>
    <dgm:pt modelId="{5498EA63-BDB9-4253-803B-1F6FB8991D79}" type="parTrans" cxnId="{3B1C385D-0358-4B05-BE06-137E6F1EA6B2}">
      <dgm:prSet/>
      <dgm:spPr/>
      <dgm:t>
        <a:bodyPr/>
        <a:lstStyle/>
        <a:p>
          <a:endParaRPr lang="en-US"/>
        </a:p>
      </dgm:t>
    </dgm:pt>
    <dgm:pt modelId="{613CE9CE-6674-4EB0-864C-7BC7857BBAAB}" type="sibTrans" cxnId="{3B1C385D-0358-4B05-BE06-137E6F1EA6B2}">
      <dgm:prSet/>
      <dgm:spPr/>
      <dgm:t>
        <a:bodyPr/>
        <a:lstStyle/>
        <a:p>
          <a:endParaRPr lang="en-US"/>
        </a:p>
      </dgm:t>
    </dgm:pt>
    <dgm:pt modelId="{4F4702EB-CE6B-4893-B216-0F308E9A84A9}" type="pres">
      <dgm:prSet presAssocID="{2A66F9D3-2D46-4D3D-B6A7-B95549CE3398}" presName="linear" presStyleCnt="0">
        <dgm:presLayoutVars>
          <dgm:dir/>
          <dgm:animLvl val="lvl"/>
          <dgm:resizeHandles val="exact"/>
        </dgm:presLayoutVars>
      </dgm:prSet>
      <dgm:spPr/>
    </dgm:pt>
    <dgm:pt modelId="{AB7855B3-95E7-472B-9E6B-F82AC95F2562}" type="pres">
      <dgm:prSet presAssocID="{3F57CA18-A835-45A3-9A92-B1828CD7885F}" presName="parentLin" presStyleCnt="0"/>
      <dgm:spPr/>
    </dgm:pt>
    <dgm:pt modelId="{5887EABD-C4C1-4AEA-8930-9FDA6BA5728D}" type="pres">
      <dgm:prSet presAssocID="{3F57CA18-A835-45A3-9A92-B1828CD7885F}" presName="parentLeftMargin" presStyleLbl="node1" presStyleIdx="0" presStyleCnt="1"/>
      <dgm:spPr/>
    </dgm:pt>
    <dgm:pt modelId="{A0B95F65-A9DB-417E-AF8C-4F9EC4509201}" type="pres">
      <dgm:prSet presAssocID="{3F57CA18-A835-45A3-9A92-B1828CD7885F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1D0808E4-9879-4E83-87F9-FD3E53468D55}" type="pres">
      <dgm:prSet presAssocID="{3F57CA18-A835-45A3-9A92-B1828CD7885F}" presName="negativeSpace" presStyleCnt="0"/>
      <dgm:spPr/>
    </dgm:pt>
    <dgm:pt modelId="{DCD86421-8B94-48C5-A36C-75A2895851E9}" type="pres">
      <dgm:prSet presAssocID="{3F57CA18-A835-45A3-9A92-B1828CD7885F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3B1C385D-0358-4B05-BE06-137E6F1EA6B2}" srcId="{2A66F9D3-2D46-4D3D-B6A7-B95549CE3398}" destId="{3F57CA18-A835-45A3-9A92-B1828CD7885F}" srcOrd="0" destOrd="0" parTransId="{5498EA63-BDB9-4253-803B-1F6FB8991D79}" sibTransId="{613CE9CE-6674-4EB0-864C-7BC7857BBAAB}"/>
    <dgm:cxn modelId="{7CCF2E52-A509-45DF-990C-B5361301B404}" type="presOf" srcId="{3F57CA18-A835-45A3-9A92-B1828CD7885F}" destId="{5887EABD-C4C1-4AEA-8930-9FDA6BA5728D}" srcOrd="0" destOrd="0" presId="urn:microsoft.com/office/officeart/2005/8/layout/list1"/>
    <dgm:cxn modelId="{BC850CBD-64F7-49DA-8F67-C84FC206B6A9}" type="presOf" srcId="{2A66F9D3-2D46-4D3D-B6A7-B95549CE3398}" destId="{4F4702EB-CE6B-4893-B216-0F308E9A84A9}" srcOrd="0" destOrd="0" presId="urn:microsoft.com/office/officeart/2005/8/layout/list1"/>
    <dgm:cxn modelId="{A48070E1-A4D0-47F6-BA45-60FB425C799F}" type="presOf" srcId="{3F57CA18-A835-45A3-9A92-B1828CD7885F}" destId="{A0B95F65-A9DB-417E-AF8C-4F9EC4509201}" srcOrd="1" destOrd="0" presId="urn:microsoft.com/office/officeart/2005/8/layout/list1"/>
    <dgm:cxn modelId="{A9B7A732-AC87-43CF-BD74-EC535CB46506}" type="presParOf" srcId="{4F4702EB-CE6B-4893-B216-0F308E9A84A9}" destId="{AB7855B3-95E7-472B-9E6B-F82AC95F2562}" srcOrd="0" destOrd="0" presId="urn:microsoft.com/office/officeart/2005/8/layout/list1"/>
    <dgm:cxn modelId="{FFEB1E5B-A4F5-4E25-8C26-0AD039FF2E94}" type="presParOf" srcId="{AB7855B3-95E7-472B-9E6B-F82AC95F2562}" destId="{5887EABD-C4C1-4AEA-8930-9FDA6BA5728D}" srcOrd="0" destOrd="0" presId="urn:microsoft.com/office/officeart/2005/8/layout/list1"/>
    <dgm:cxn modelId="{5C51CBE4-68E9-412B-B165-A755A9AEE742}" type="presParOf" srcId="{AB7855B3-95E7-472B-9E6B-F82AC95F2562}" destId="{A0B95F65-A9DB-417E-AF8C-4F9EC4509201}" srcOrd="1" destOrd="0" presId="urn:microsoft.com/office/officeart/2005/8/layout/list1"/>
    <dgm:cxn modelId="{4B6A25EC-460A-487C-B108-97DA04417340}" type="presParOf" srcId="{4F4702EB-CE6B-4893-B216-0F308E9A84A9}" destId="{1D0808E4-9879-4E83-87F9-FD3E53468D55}" srcOrd="1" destOrd="0" presId="urn:microsoft.com/office/officeart/2005/8/layout/list1"/>
    <dgm:cxn modelId="{65B22CDD-72C7-4E1B-90EF-54B42063AD21}" type="presParOf" srcId="{4F4702EB-CE6B-4893-B216-0F308E9A84A9}" destId="{DCD86421-8B94-48C5-A36C-75A2895851E9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D86421-8B94-48C5-A36C-75A2895851E9}">
      <dsp:nvSpPr>
        <dsp:cNvPr id="0" name=""/>
        <dsp:cNvSpPr/>
      </dsp:nvSpPr>
      <dsp:spPr>
        <a:xfrm>
          <a:off x="0" y="355375"/>
          <a:ext cx="7646377" cy="5796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0B95F65-A9DB-417E-AF8C-4F9EC4509201}">
      <dsp:nvSpPr>
        <dsp:cNvPr id="0" name=""/>
        <dsp:cNvSpPr/>
      </dsp:nvSpPr>
      <dsp:spPr>
        <a:xfrm>
          <a:off x="382318" y="15895"/>
          <a:ext cx="5352463" cy="67896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02310" tIns="0" rIns="20231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Introduction to Electroluminescence</a:t>
          </a:r>
          <a:endParaRPr lang="en-US" sz="2400" kern="1200" dirty="0"/>
        </a:p>
      </dsp:txBody>
      <dsp:txXfrm>
        <a:off x="415462" y="49039"/>
        <a:ext cx="5286175" cy="6126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6A6E4F-202D-451F-AD21-F54006F5B073}">
      <dsp:nvSpPr>
        <dsp:cNvPr id="0" name=""/>
        <dsp:cNvSpPr/>
      </dsp:nvSpPr>
      <dsp:spPr>
        <a:xfrm>
          <a:off x="0" y="355375"/>
          <a:ext cx="7189177" cy="5796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E6D435C-8485-42A1-A534-EFED6EB107FA}">
      <dsp:nvSpPr>
        <dsp:cNvPr id="0" name=""/>
        <dsp:cNvSpPr/>
      </dsp:nvSpPr>
      <dsp:spPr>
        <a:xfrm>
          <a:off x="359458" y="15895"/>
          <a:ext cx="5032423" cy="67896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0214" tIns="0" rIns="190214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/>
            <a:t>Historical Development</a:t>
          </a:r>
        </a:p>
      </dsp:txBody>
      <dsp:txXfrm>
        <a:off x="392602" y="49039"/>
        <a:ext cx="4966135" cy="61267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D86421-8B94-48C5-A36C-75A2895851E9}">
      <dsp:nvSpPr>
        <dsp:cNvPr id="0" name=""/>
        <dsp:cNvSpPr/>
      </dsp:nvSpPr>
      <dsp:spPr>
        <a:xfrm>
          <a:off x="0" y="355375"/>
          <a:ext cx="7646377" cy="5796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0B95F65-A9DB-417E-AF8C-4F9EC4509201}">
      <dsp:nvSpPr>
        <dsp:cNvPr id="0" name=""/>
        <dsp:cNvSpPr/>
      </dsp:nvSpPr>
      <dsp:spPr>
        <a:xfrm>
          <a:off x="382318" y="15895"/>
          <a:ext cx="5352463" cy="67896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02310" tIns="0" rIns="20231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Mechanisms of Electroluminescence</a:t>
          </a:r>
        </a:p>
      </dsp:txBody>
      <dsp:txXfrm>
        <a:off x="415462" y="49039"/>
        <a:ext cx="5286175" cy="61267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3B58BF-2EF6-45C3-9C2E-E1D402DB4CE0}">
      <dsp:nvSpPr>
        <dsp:cNvPr id="0" name=""/>
        <dsp:cNvSpPr/>
      </dsp:nvSpPr>
      <dsp:spPr>
        <a:xfrm>
          <a:off x="521121" y="791962"/>
          <a:ext cx="6450136" cy="0"/>
        </a:xfrm>
        <a:prstGeom prst="line">
          <a:avLst/>
        </a:pr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867BB9-1EC5-4891-A53A-C7649EE9B6BD}">
      <dsp:nvSpPr>
        <dsp:cNvPr id="0" name=""/>
        <dsp:cNvSpPr/>
      </dsp:nvSpPr>
      <dsp:spPr>
        <a:xfrm>
          <a:off x="2198157" y="396300"/>
          <a:ext cx="4773100" cy="3956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44920D-47CE-40B5-B969-282203D9BE0A}">
      <dsp:nvSpPr>
        <dsp:cNvPr id="0" name=""/>
        <dsp:cNvSpPr/>
      </dsp:nvSpPr>
      <dsp:spPr>
        <a:xfrm>
          <a:off x="-521121" y="396300"/>
          <a:ext cx="3761523" cy="395661"/>
        </a:xfrm>
        <a:prstGeom prst="round2SameRect">
          <a:avLst>
            <a:gd name="adj1" fmla="val 16670"/>
            <a:gd name="adj2" fmla="val 0"/>
          </a:avLst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Pure/Intrinsic Mechanism</a:t>
          </a:r>
          <a:endParaRPr lang="en-US" sz="2000" kern="1200" dirty="0"/>
        </a:p>
      </dsp:txBody>
      <dsp:txXfrm>
        <a:off x="-501803" y="415618"/>
        <a:ext cx="3722887" cy="37634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415273-3876-42A1-BDF2-F3140C6FF814}">
      <dsp:nvSpPr>
        <dsp:cNvPr id="0" name=""/>
        <dsp:cNvSpPr/>
      </dsp:nvSpPr>
      <dsp:spPr>
        <a:xfrm>
          <a:off x="495068" y="759894"/>
          <a:ext cx="6600092" cy="0"/>
        </a:xfrm>
        <a:prstGeom prst="line">
          <a:avLst/>
        </a:pr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0B4E39-49E2-4956-A4C8-94ABC2ABBA3E}">
      <dsp:nvSpPr>
        <dsp:cNvPr id="0" name=""/>
        <dsp:cNvSpPr/>
      </dsp:nvSpPr>
      <dsp:spPr>
        <a:xfrm>
          <a:off x="2211092" y="380254"/>
          <a:ext cx="4884068" cy="379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AEDE65-58D5-4030-9B8F-21526A9433C6}">
      <dsp:nvSpPr>
        <dsp:cNvPr id="0" name=""/>
        <dsp:cNvSpPr/>
      </dsp:nvSpPr>
      <dsp:spPr>
        <a:xfrm>
          <a:off x="-495068" y="369275"/>
          <a:ext cx="3696298" cy="401598"/>
        </a:xfrm>
        <a:prstGeom prst="round2SameRect">
          <a:avLst>
            <a:gd name="adj1" fmla="val 16670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36195" rIns="36195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Charge Injection </a:t>
          </a:r>
          <a:r>
            <a:rPr lang="en-US" sz="2000" b="1" kern="1200" dirty="0"/>
            <a:t>Mechanism</a:t>
          </a:r>
          <a:endParaRPr lang="en-US" sz="2000" kern="1200" dirty="0"/>
        </a:p>
      </dsp:txBody>
      <dsp:txXfrm>
        <a:off x="-475460" y="388883"/>
        <a:ext cx="3657082" cy="38199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D86421-8B94-48C5-A36C-75A2895851E9}">
      <dsp:nvSpPr>
        <dsp:cNvPr id="0" name=""/>
        <dsp:cNvSpPr/>
      </dsp:nvSpPr>
      <dsp:spPr>
        <a:xfrm>
          <a:off x="0" y="355375"/>
          <a:ext cx="7646377" cy="5796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0B95F65-A9DB-417E-AF8C-4F9EC4509201}">
      <dsp:nvSpPr>
        <dsp:cNvPr id="0" name=""/>
        <dsp:cNvSpPr/>
      </dsp:nvSpPr>
      <dsp:spPr>
        <a:xfrm>
          <a:off x="382318" y="15895"/>
          <a:ext cx="5352463" cy="67896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02310" tIns="0" rIns="20231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Origin of Light Emission</a:t>
          </a:r>
          <a:endParaRPr lang="en-US" sz="2400" kern="1200" dirty="0"/>
        </a:p>
      </dsp:txBody>
      <dsp:txXfrm>
        <a:off x="415462" y="49039"/>
        <a:ext cx="5286175" cy="6126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C77AAE-8FEE-44E3-994A-76A15FED854F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938E11-CC21-4B3D-BB2E-812D0082C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89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7C390-D6DE-4B79-9BBA-7A248C7DDA4B}" type="datetime1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Electroluminescence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249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2E26F-42C1-420D-9D11-1D6EAE4D11DD}" type="datetime1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Electroluminescence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06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F63D-443B-4E9B-88CD-C672848FC7C0}" type="datetime1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Electroluminescence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547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DFD0C-7785-4DC2-B59F-F1513F0809BE}" type="datetime1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Electroluminescence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149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99C8C-D5EA-4951-A71F-A98AB5456BEC}" type="datetime1">
              <a:rPr lang="en-US" smtClean="0"/>
              <a:t>7/23/2025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Electroluminescence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43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409A1-CFC7-4998-9501-16306D0C4BCC}" type="datetime1">
              <a:rPr lang="en-US" smtClean="0"/>
              <a:t>7/23/2025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Electroluminescence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084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A0444-7072-4BE1-823B-285625CB0A12}" type="datetime1">
              <a:rPr lang="en-US" smtClean="0"/>
              <a:t>7/23/2025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Electroluminescence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063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E6F2C-FC5C-4089-AC2A-396189B435DE}" type="datetime1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Electroluminescence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537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252DB-219D-4F17-A1B3-524BA7340A23}" type="datetime1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Electroluminescence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876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594DA-B357-49F5-899E-4E736C9C64FE}" type="datetime1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Electroluminescence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560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8DEFF-0267-49D1-AB75-9821316F9739}" type="datetime1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Electroluminescence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286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9AB8BD-349C-4FA9-81F4-5B4366C66368}" type="datetime1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Electroluminescence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300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2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3.jpe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C47022-258B-DCD0-849C-AAB298579B85}"/>
              </a:ext>
            </a:extLst>
          </p:cNvPr>
          <p:cNvSpPr txBox="1"/>
          <p:nvPr/>
        </p:nvSpPr>
        <p:spPr>
          <a:xfrm>
            <a:off x="2248632" y="1951892"/>
            <a:ext cx="7694735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ELECTROLUMINESCENCE 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BA3957-FC1E-E208-507C-6465B296A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6C866-0E32-4B86-B167-E08E11B7A396}" type="datetime1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09FCCF-49D7-0BF8-13E5-A1F539217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Electroluminescence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CF98B7-CF1B-42FF-8FE5-01D82033C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00BC58-8FDC-704F-C87F-AD8500D119D4}"/>
              </a:ext>
            </a:extLst>
          </p:cNvPr>
          <p:cNvSpPr txBox="1"/>
          <p:nvPr/>
        </p:nvSpPr>
        <p:spPr>
          <a:xfrm>
            <a:off x="4394687" y="3429000"/>
            <a:ext cx="34026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Mir Masrur </a:t>
            </a: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ID: 2001019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013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55DBBD-C012-6894-F813-D5754F80F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A0444-7072-4BE1-823B-285625CB0A12}" type="datetime1">
              <a:rPr lang="en-US" smtClean="0"/>
              <a:t>7/23/2025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E9C70C-9849-B291-3570-7B96D004F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Electroluminescence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948B3-6A0E-9B3B-067A-FB0EA6E0E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278F22A9-D35D-7B7B-101C-EBDD1606DA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2356241"/>
              </p:ext>
            </p:extLst>
          </p:nvPr>
        </p:nvGraphicFramePr>
        <p:xfrm>
          <a:off x="838200" y="684498"/>
          <a:ext cx="7646377" cy="9508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D48AD43-964F-621F-54F8-8836C58F3608}"/>
              </a:ext>
            </a:extLst>
          </p:cNvPr>
          <p:cNvSpPr txBox="1"/>
          <p:nvPr/>
        </p:nvSpPr>
        <p:spPr>
          <a:xfrm>
            <a:off x="838200" y="1891510"/>
            <a:ext cx="1015511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Electroluminescence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emission of light by materials due to an electric field or current</a:t>
            </a:r>
            <a:r>
              <a:rPr lang="en-US" sz="2400" dirty="0"/>
              <a:t>.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2C3BBC-0386-77EB-7326-177656E67EA7}"/>
              </a:ext>
            </a:extLst>
          </p:cNvPr>
          <p:cNvSpPr txBox="1"/>
          <p:nvPr/>
        </p:nvSpPr>
        <p:spPr>
          <a:xfrm>
            <a:off x="1075592" y="2768673"/>
            <a:ext cx="98473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happens due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spontaneous emission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(radiative recombination).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Commonly seen in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automobile dashboards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night lamps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etc.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semiconducting materials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usually with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p-n junction</a:t>
            </a:r>
            <a:r>
              <a:rPr lang="en-US" sz="2000" dirty="0"/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9494D7-6D29-8E56-3ACE-61307748469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2094" y="4203540"/>
            <a:ext cx="3631222" cy="1817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014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A75DAD-42CD-BEF1-B11C-1ADF01F79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A0444-7072-4BE1-823B-285625CB0A12}" type="datetime1">
              <a:rPr lang="en-US" smtClean="0"/>
              <a:t>7/23/2025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A4A994-D86D-39FA-1301-A82D08528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Electroluminescence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208ED-5A9A-971A-06D8-752F6B8F2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596820B4-D3EB-D0CF-0E70-0DED58939F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141338"/>
              </p:ext>
            </p:extLst>
          </p:nvPr>
        </p:nvGraphicFramePr>
        <p:xfrm>
          <a:off x="838200" y="684498"/>
          <a:ext cx="7189177" cy="9508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B119AD5-89CC-A4FB-B62A-AAD62BF53047}"/>
              </a:ext>
            </a:extLst>
          </p:cNvPr>
          <p:cNvSpPr txBox="1"/>
          <p:nvPr/>
        </p:nvSpPr>
        <p:spPr>
          <a:xfrm>
            <a:off x="940777" y="1969477"/>
            <a:ext cx="10032023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1752: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Benjamin Franklin observed lightning as electric discharge.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1907: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H.J. Round observed EL in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SiC.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1923: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O.V.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Lossev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reported EL in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crystals.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1936: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Georges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Destriau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published findings on ZnS 					          electroluminescence.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1950s-70s: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Emergence of EL displays by GTE, IBM, 						    Rockwell, etc.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207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CD13F2-D46B-7A45-8D90-682538D6E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A0444-7072-4BE1-823B-285625CB0A12}" type="datetime1">
              <a:rPr lang="en-US" smtClean="0"/>
              <a:t>7/23/2025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E4A4DF-8684-14FA-48C8-F3468D0C1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Electroluminescence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0A1795-A364-8413-4FCC-B56450CF0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5181C2DE-08F1-3A1E-FCAB-D7820E1793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60928870"/>
              </p:ext>
            </p:extLst>
          </p:nvPr>
        </p:nvGraphicFramePr>
        <p:xfrm>
          <a:off x="838200" y="684498"/>
          <a:ext cx="7646377" cy="9508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45627B94-B002-2572-D091-39186DE084BF}"/>
              </a:ext>
            </a:extLst>
          </p:cNvPr>
          <p:cNvSpPr txBox="1"/>
          <p:nvPr/>
        </p:nvSpPr>
        <p:spPr>
          <a:xfrm>
            <a:off x="4038599" y="2883878"/>
            <a:ext cx="4114801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400" b="1" dirty="0"/>
              <a:t>Pure/Intrinsic Mechanism</a:t>
            </a:r>
          </a:p>
          <a:p>
            <a:endParaRPr lang="en-US" sz="2400" b="1" dirty="0"/>
          </a:p>
          <a:p>
            <a:r>
              <a:rPr lang="en-US" sz="2400" b="1" dirty="0"/>
              <a:t>2. Charge Injection Mechanism</a:t>
            </a:r>
          </a:p>
          <a:p>
            <a:endParaRPr lang="en-US" sz="2400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3699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92C6E5-F433-64AE-794B-9B9BD1FCE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A0444-7072-4BE1-823B-285625CB0A12}" type="datetime1">
              <a:rPr lang="en-US" smtClean="0"/>
              <a:t>7/24/2025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130745-AAD0-1C5E-E935-CB2FDCE8B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Electroluminescence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DDA4AE-3FD0-2BA3-C733-6263A6E91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5D49CFDD-A8B0-30AD-B650-97C0011B20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2356384"/>
              </p:ext>
            </p:extLst>
          </p:nvPr>
        </p:nvGraphicFramePr>
        <p:xfrm>
          <a:off x="1287095" y="288844"/>
          <a:ext cx="6450136" cy="11882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D5C60FA-24C9-3769-785E-A092E65FE6C1}"/>
              </a:ext>
            </a:extLst>
          </p:cNvPr>
          <p:cNvSpPr txBox="1"/>
          <p:nvPr/>
        </p:nvSpPr>
        <p:spPr>
          <a:xfrm>
            <a:off x="838200" y="1371600"/>
            <a:ext cx="103163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total current which passes through the electroluminescent material is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zero.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case, electrons of the atom are liberated in the conduction band through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thermal activation energy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 field.</a:t>
            </a:r>
          </a:p>
        </p:txBody>
      </p:sp>
      <p:pic>
        <p:nvPicPr>
          <p:cNvPr id="7" name="Image 34" descr="Related image">
            <a:extLst>
              <a:ext uri="{FF2B5EF4-FFF2-40B4-BE49-F238E27FC236}">
                <a16:creationId xmlns:a16="http://schemas.microsoft.com/office/drawing/2014/main" id="{ED1044D5-3934-C827-D37E-94FA21271741}"/>
              </a:ext>
            </a:extLst>
          </p:cNvPr>
          <p:cNvPicPr>
            <a:picLocks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095958" y="2843395"/>
            <a:ext cx="3641274" cy="25374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19133C8-2B5A-AB90-AFCE-A7A8AE8AE0C4}"/>
              </a:ext>
            </a:extLst>
          </p:cNvPr>
          <p:cNvSpPr txBox="1"/>
          <p:nvPr/>
        </p:nvSpPr>
        <p:spPr>
          <a:xfrm>
            <a:off x="4095958" y="5560844"/>
            <a:ext cx="345705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Pure or intrinsic mechanism</a:t>
            </a:r>
            <a:r>
              <a:rPr lang="en-US" sz="16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218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372FE6-BA56-737A-8508-42E88C6D3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A0444-7072-4BE1-823B-285625CB0A12}" type="datetime1">
              <a:rPr lang="en-US" smtClean="0"/>
              <a:t>7/24/2025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946951-B350-4666-99D0-5FACE7987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Electroluminescence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5DA47F-572D-772A-7435-99E388E2E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6</a:t>
            </a:fld>
            <a:endParaRPr lang="en-US"/>
          </a:p>
        </p:txBody>
      </p:sp>
      <p:pic>
        <p:nvPicPr>
          <p:cNvPr id="5" name="Image 34" descr="Pure">
            <a:extLst>
              <a:ext uri="{FF2B5EF4-FFF2-40B4-BE49-F238E27FC236}">
                <a16:creationId xmlns:a16="http://schemas.microsoft.com/office/drawing/2014/main" id="{B4C3DA3C-B2FB-8427-4BFC-6B9D6B591E3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743167" y="1383872"/>
            <a:ext cx="4705665" cy="338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9827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FE3DF3-E714-221E-FDE9-B5D27B50A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A0444-7072-4BE1-823B-285625CB0A12}" type="datetime1">
              <a:rPr lang="en-US" smtClean="0"/>
              <a:t>7/24/2025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73C179-F667-F4FA-7559-0E02AFA64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Electroluminescence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8E6F1-3A68-2EE5-33FA-C1AF3D3BA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7D164AE8-62F4-C77D-A207-F81476A234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905741"/>
              </p:ext>
            </p:extLst>
          </p:nvPr>
        </p:nvGraphicFramePr>
        <p:xfrm>
          <a:off x="1181100" y="310580"/>
          <a:ext cx="6600092" cy="11401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A46B976-BDFD-4A0C-FB04-3B81AFB37EEF}"/>
              </a:ext>
            </a:extLst>
          </p:cNvPr>
          <p:cNvSpPr txBox="1"/>
          <p:nvPr/>
        </p:nvSpPr>
        <p:spPr>
          <a:xfrm>
            <a:off x="838200" y="1450729"/>
            <a:ext cx="951913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process requires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p-n junction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flow enables recombination of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electrons and holes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emitting light.</a:t>
            </a:r>
          </a:p>
          <a:p>
            <a:endParaRPr lang="en-US" dirty="0"/>
          </a:p>
        </p:txBody>
      </p:sp>
      <p:pic>
        <p:nvPicPr>
          <p:cNvPr id="11" name="Image 35" descr="Image result for electroluminescence charge injection mechanism">
            <a:extLst>
              <a:ext uri="{FF2B5EF4-FFF2-40B4-BE49-F238E27FC236}">
                <a16:creationId xmlns:a16="http://schemas.microsoft.com/office/drawing/2014/main" id="{B344D8C4-3DD7-1374-5DD2-2338E88C4E72}"/>
              </a:ext>
            </a:extLst>
          </p:cNvPr>
          <p:cNvPicPr>
            <a:picLocks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215154" y="2743391"/>
            <a:ext cx="2765939" cy="24200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DA974FD-DB52-6918-732F-1CC3D971737A}"/>
              </a:ext>
            </a:extLst>
          </p:cNvPr>
          <p:cNvSpPr txBox="1"/>
          <p:nvPr/>
        </p:nvSpPr>
        <p:spPr>
          <a:xfrm>
            <a:off x="4038600" y="5345723"/>
            <a:ext cx="387376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3.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Charge injection mechanism.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947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251FEF-A065-C227-0062-E18A6CE85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A0444-7072-4BE1-823B-285625CB0A12}" type="datetime1">
              <a:rPr lang="en-US" smtClean="0"/>
              <a:t>7/24/2025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F170EA-61C9-F609-A44F-A4B30AB97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Electroluminescence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49755-DAE3-C639-47FB-B3AFC6E3F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8</a:t>
            </a:fld>
            <a:endParaRPr lang="en-US"/>
          </a:p>
        </p:txBody>
      </p:sp>
      <p:pic>
        <p:nvPicPr>
          <p:cNvPr id="5" name="Image 35" descr="Image result for electroluminescence charge injection mechanism">
            <a:extLst>
              <a:ext uri="{FF2B5EF4-FFF2-40B4-BE49-F238E27FC236}">
                <a16:creationId xmlns:a16="http://schemas.microsoft.com/office/drawing/2014/main" id="{D3D4C00D-71E6-0EE0-54BF-16D64879FB97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220661" y="1834023"/>
            <a:ext cx="3750678" cy="3189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8738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EB2729-4A33-BF2D-17D0-2D588D709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A0444-7072-4BE1-823B-285625CB0A12}" type="datetime1">
              <a:rPr lang="en-US" smtClean="0"/>
              <a:t>7/24/2025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DC03B0-704E-B59E-15F3-0F284AB71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Electroluminescence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41D4A-E255-F793-4BFC-9FB71A9BB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743D06A5-21C0-A776-A3B7-21C2625206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4562585"/>
              </p:ext>
            </p:extLst>
          </p:nvPr>
        </p:nvGraphicFramePr>
        <p:xfrm>
          <a:off x="838200" y="684498"/>
          <a:ext cx="7646377" cy="9508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E72444F-7003-6322-1E5A-477D57F3DBA4}"/>
              </a:ext>
            </a:extLst>
          </p:cNvPr>
          <p:cNvSpPr txBox="1"/>
          <p:nvPr/>
        </p:nvSpPr>
        <p:spPr>
          <a:xfrm>
            <a:off x="838200" y="2004646"/>
            <a:ext cx="10515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Electrons (–) and holes (+) recombine to emit light when electrons are excited to higher energy levels within the crystal.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emitted light corresponds to the energy difference, E=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hν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Recombination occurs at specific centers called recombination sites.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emission is localized within certain regions of the material, as seen in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Cu-doped ZnS,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shows high light yield.</a:t>
            </a:r>
          </a:p>
        </p:txBody>
      </p:sp>
    </p:spTree>
    <p:extLst>
      <p:ext uri="{BB962C8B-B14F-4D97-AF65-F5344CB8AC3E}">
        <p14:creationId xmlns:p14="http://schemas.microsoft.com/office/powerpoint/2010/main" val="1697737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9AA7EB-2BB4-4E88-BBB8-17FA4BC99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A0444-7072-4BE1-823B-285625CB0A12}" type="datetime1">
              <a:rPr lang="en-US" smtClean="0"/>
              <a:t>7/24/2025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18B398-A663-1E4A-E170-703922CA5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Electroluminescence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413A5B-3263-0AC7-9C8C-3D0325BE1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10</a:t>
            </a:fld>
            <a:endParaRPr lang="en-US"/>
          </a:p>
        </p:txBody>
      </p:sp>
      <p:pic>
        <p:nvPicPr>
          <p:cNvPr id="5" name="Image 36" descr="Image result for ZnS electroluminescence band model">
            <a:extLst>
              <a:ext uri="{FF2B5EF4-FFF2-40B4-BE49-F238E27FC236}">
                <a16:creationId xmlns:a16="http://schemas.microsoft.com/office/drawing/2014/main" id="{69F7CB8F-7259-AC8B-D44C-B670D96A21C2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36736" y="2108517"/>
            <a:ext cx="3937635" cy="2640965"/>
          </a:xfrm>
          <a:prstGeom prst="rect">
            <a:avLst/>
          </a:prstGeom>
        </p:spPr>
      </p:pic>
      <p:pic>
        <p:nvPicPr>
          <p:cNvPr id="6" name="Image 37" descr="Image result for ZnS electroluminescence band model">
            <a:extLst>
              <a:ext uri="{FF2B5EF4-FFF2-40B4-BE49-F238E27FC236}">
                <a16:creationId xmlns:a16="http://schemas.microsoft.com/office/drawing/2014/main" id="{969669B5-1DC0-108B-1A64-680192EB677D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033686" y="2070416"/>
            <a:ext cx="3822065" cy="27171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46F8C4-6F63-99B4-EEC2-569B3074ECD1}"/>
              </a:ext>
            </a:extLst>
          </p:cNvPr>
          <p:cNvSpPr txBox="1"/>
          <p:nvPr/>
        </p:nvSpPr>
        <p:spPr>
          <a:xfrm>
            <a:off x="1943101" y="4994030"/>
            <a:ext cx="2892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4.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structure of ZnS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63BC92-844F-13C3-E11E-798AA30E4624}"/>
              </a:ext>
            </a:extLst>
          </p:cNvPr>
          <p:cNvSpPr txBox="1"/>
          <p:nvPr/>
        </p:nvSpPr>
        <p:spPr>
          <a:xfrm>
            <a:off x="6954555" y="4994030"/>
            <a:ext cx="42116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5. </a:t>
            </a:r>
            <a:r>
              <a:rPr lang="en-US" b="1" dirty="0"/>
              <a:t>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emission spectra of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Zns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AlN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540535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C945BA-95A6-D47A-D5DD-AE9B78190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A0444-7072-4BE1-823B-285625CB0A12}" type="datetime1">
              <a:rPr lang="en-US" smtClean="0"/>
              <a:t>7/24/2025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8F7A8E-AAEF-6D7F-08D2-F68FC73AE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Electroluminescence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D57BC5-DC50-6076-4E2D-FD3012A65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90FAA9-F69E-44C9-0861-482E657CECAA}"/>
              </a:ext>
            </a:extLst>
          </p:cNvPr>
          <p:cNvSpPr txBox="1"/>
          <p:nvPr/>
        </p:nvSpPr>
        <p:spPr>
          <a:xfrm>
            <a:off x="1006721" y="641811"/>
            <a:ext cx="3031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16F3D5-62DE-5BA6-2078-246C46629DBE}"/>
              </a:ext>
            </a:extLst>
          </p:cNvPr>
          <p:cNvSpPr txBox="1"/>
          <p:nvPr/>
        </p:nvSpPr>
        <p:spPr>
          <a:xfrm>
            <a:off x="1389185" y="1679331"/>
            <a:ext cx="81153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Shukla, Usha. (2024). Electroluminescence. 11. 2021.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Wilson, J., &amp; Hawkes, J. F. B. (1998).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Optoelectronics: An Introduction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(3rd ed., p. 138, Section 4.5). Prentice Hall.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sources from Britannica, ScienceDirect, IEEE.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63287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</TotalTime>
  <Words>431</Words>
  <Application>Microsoft Office PowerPoint</Application>
  <PresentationFormat>Widescreen</PresentationFormat>
  <Paragraphs>79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Mir Masrur</dc:creator>
  <cp:lastModifiedBy>Mir Masrur</cp:lastModifiedBy>
  <cp:revision>1</cp:revision>
  <dcterms:created xsi:type="dcterms:W3CDTF">2025-07-23T17:26:38Z</dcterms:created>
  <dcterms:modified xsi:type="dcterms:W3CDTF">2025-07-23T18:45:19Z</dcterms:modified>
</cp:coreProperties>
</file>